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&amp; &lt;Marketing&gt;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New markets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</a:rPr>
              <a:t>Styled 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743200" cy="13716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2743200"/>
            <a:ext cx="1828800" cy="1828800"/>
          </a:xfrm>
          <a:prstGeom prst="ellipse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2743200" cy="2057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7548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8229600" y="3657600"/>
            <a:ext cx="914400" cy="914400"/>
            <a:chOff x="8229600" y="3657600"/>
            <a:chExt cx="914400" cy="914400"/>
          </a:xfrm>
        </p:grpSpPr>
        <p:sp>
          <p:nvSpPr>
            <p:cNvPr id="8" name="Rectangle 7"/>
            <p:cNvSpPr/>
            <p:nvPr/>
          </p:nvSpPr>
          <p:spPr>
            <a:xfrm>
              <a:off x="8229600" y="3657600"/>
              <a:ext cx="914400" cy="914400"/>
            </a:xfrm>
            <a:prstGeom prst="rect">
              <a:avLst/>
            </a:prstGeom>
            <a:solidFill>
              <a:srgbClr val="8E24A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